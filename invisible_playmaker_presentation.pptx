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Invisible Playmaker Index (IPI)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framework to identify players whose contributions are not visible in goals or assists.</a:t>
            </a:r>
          </a:p>
          <a:p>
            <a:r>
              <a:t>Model:</a:t>
            </a:r>
          </a:p>
          <a:p>
            <a:r>
              <a:t>IPI = α ActionValue + β EntropyReduction + γ DefensiveDisruption</a:t>
            </a:r>
          </a:p>
          <a:p/>
          <a:p>
            <a:r>
              <a:t>Goal: quantify structural and tactical contributions in football matches.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ActionValue: measures how much a pass increases attacking threat (using xT grid).</a:t>
            </a:r>
          </a:p>
          <a:p>
            <a:r>
              <a:t>2. EntropyReduction: measures how much a player action stabilizes team formation.</a:t>
            </a:r>
          </a:p>
          <a:p>
            <a:r>
              <a:t>3. DefensiveDisruption: measures how much a player stretches the opponent defense.</a:t>
            </a:r>
          </a:p>
          <a:p/>
          <a:p>
            <a:r>
              <a:t>Final Player Score = weighted sum of the three components.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Used: StatsBomb Open Data</a:t>
            </a:r>
          </a:p>
          <a:p/>
          <a:p>
            <a:r>
              <a:t>Contains:</a:t>
            </a:r>
          </a:p>
          <a:p>
            <a:r>
              <a:t>- Match events (passes, shots, carries)</a:t>
            </a:r>
          </a:p>
          <a:p>
            <a:r>
              <a:t>- Player positions</a:t>
            </a:r>
          </a:p>
          <a:p>
            <a:r>
              <a:t>- Pass start/end coordinates</a:t>
            </a:r>
          </a:p>
          <a:p>
            <a:r>
              <a:t>- Match timestamps</a:t>
            </a:r>
          </a:p>
          <a:p/>
          <a:p>
            <a:r>
              <a:t>Used to compute ActionValue, entropy of formations, and defensive shape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Karun Singh (2018) – Expected Threat (xT)</a:t>
            </a:r>
          </a:p>
          <a:p>
            <a:r>
              <a:t>Decroos et al. (2019) – VAEP: Valuing Actions by Estimating Probabilities</a:t>
            </a:r>
          </a:p>
          <a:p>
            <a:r>
              <a:t>StatsBomb Open Data – public football event dataset</a:t>
            </a:r>
          </a:p>
          <a:p>
            <a:r>
              <a:t>Cervone et al. – Expected Possession Value models</a:t>
            </a:r>
          </a:p>
          <a:p/>
          <a:p>
            <a:r>
              <a:t>Contribution of this project:</a:t>
            </a:r>
          </a:p>
          <a:p>
            <a:r>
              <a:t>A simplified framework to detect invisible playmakers using structural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